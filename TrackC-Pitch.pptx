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capability, not the machine. Do NOT mention the Opentrons — that's the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judge slide — Track C explicitly rewards physical verification &amp; recovery. Land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real thing. If hardware misbehaves, cut to the backup video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one of the reveal. Don't rush — let the surprise land before clicking to the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Chiu is in the room, acknowledge him live — that lands harder than any slide. Confirm he's OK being named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ender-exciting-mccarthy/mnt/outputs/deck/assets/her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1463040" cy="6858000"/>
          </a:xfrm>
          <a:prstGeom prst="rect">
            <a:avLst/>
          </a:prstGeom>
          <a:solidFill>
            <a:srgbClr val="0B122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ZEON HACKATHON · TRACK 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with hands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know when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they've failed.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dexterity + AI physical verification, live on real lab hardware.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8064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8064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 Herzog   ·   Di Hu   ·   Lukas Bromig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automation has two gaps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31720"/>
            <a:ext cx="777240" cy="77724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2395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do a task once, cleanly — then freeze the moment reality drifts. No sense of whether the action actually worked.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331720"/>
            <a:ext cx="777240" cy="7772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26680" y="2395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Human-only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20840" y="338328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and labware are built for human hands: caps to twist, tubes to hold, liquids to pour. Robots can't just use them.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close both — dexterity, and knowing whether it succeeded.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sample-prep step — verified at every 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robot arms uncap a tube and hold it while a liquid handler aspirates — while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watch through cameras and confirm each step actually worked.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383280"/>
            <a:ext cx="640080" cy="640080"/>
          </a:xfrm>
          <a:prstGeom prst="ellipse">
            <a:avLst/>
          </a:prstGeom>
          <a:solidFill>
            <a:srgbClr val="1420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2024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arms cooperate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41605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E7F7E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8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verified by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338328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617720" y="306324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3383280"/>
            <a:ext cx="640080" cy="640080"/>
          </a:xfrm>
          <a:prstGeom prst="ellipse">
            <a:avLst/>
          </a:prstGeom>
          <a:solidFill>
            <a:srgbClr val="14203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15000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71500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arm lifts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41605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E7F7E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8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verified by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338328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412480" y="306324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32520" y="3383280"/>
            <a:ext cx="640080" cy="640080"/>
          </a:xfrm>
          <a:prstGeom prst="ellipse">
            <a:avLst/>
          </a:prstGeom>
          <a:solidFill>
            <a:srgbClr val="14203A"/>
          </a:solidFill>
          <a:ln/>
        </p:spPr>
      </p:sp>
      <p:sp>
        <p:nvSpPr>
          <p:cNvPr id="23" name="Text 21"/>
          <p:cNvSpPr/>
          <p:nvPr/>
        </p:nvSpPr>
        <p:spPr>
          <a:xfrm>
            <a:off x="87325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509760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Aspirate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50976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+ liquid handler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32520" y="41605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E7F7EE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8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verified by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→ retry loop wraps the whole chain, so a failed step is caught and corrected — not fatal.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arms, one 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holds, one turns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21284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1 grips the tube body against rotation; Arm 2 grips the cap and ratchet-turns it off — open, reset wrist, re-grip, turn again.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384048" cy="38404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world frame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53872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calibrated into one coordinate frame via an AprilTag fixture, so they can cooperate to the millimetre.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526280"/>
            <a:ext cx="384048" cy="38404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434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end-effectors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86460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cap-gripping jaws bite the knurling for a slip-free turn.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E9EFF6"/>
          </a:solidFill>
          <a:ln w="19050">
            <a:solidFill>
              <a:srgbClr val="2E6BF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72084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PHOTO 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mid-unscrew close-up (both grippers on the tube)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EYES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on every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E9EFF6"/>
          </a:solidFill>
          <a:ln w="19050">
            <a:solidFill>
              <a:srgbClr val="2E6BF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PHOTO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annotated camera view (cap / grasp / tube / liquid)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874520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On-arm camera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2128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view of the cap, grasp and tube opening — the fine detail verification needs.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3200400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camera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5387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Whole-scene view: where things are, and where they end up if something slips.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4526280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4434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the agents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8646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is what the AI verification agents reason over to decide pass / retry.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that verify — and retry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action, an agent asks the cameras “did this actually work?” → continue, or retry the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off?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drop + threads visible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56432" y="24231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6472" y="26974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776472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 secure?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30752" y="37673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width + vision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4231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2824" y="26974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82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47104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 aligned?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47104" y="37673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check before OT moves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89136" y="24231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09176" y="26974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94091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63456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aspirated?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63456" y="37673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drop / volume report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E9EFF6"/>
          </a:solidFill>
          <a:ln w="19050">
            <a:solidFill>
              <a:srgbClr val="2E6BF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40080" y="50520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PHOTO 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4635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caught-failure → recovery clip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0" y="470916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12244A"/>
          </a:solidFill>
          <a:ln w="15875">
            <a:solidFill>
              <a:srgbClr val="2E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470916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“Failure isn't a bug in our demo —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feature.”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machines, one motion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presents the tube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21284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arm holds the open tube at a known pose, calibrated into the liquid handler's frame.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384048" cy="38404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aspirates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53872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pipette descends and draws liquid while the arm holds dead-steady — a true hand-off between two robots.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526280"/>
            <a:ext cx="384048" cy="38404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434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end-to-end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86460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B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confirms liquid was actually taken up before we call it done.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E9EFF6"/>
          </a:solidFill>
          <a:ln w="19050">
            <a:solidFill>
              <a:srgbClr val="2E6BF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72084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PHOTO 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arm holding open tube under the pipette, aspirating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ellipse">
            <a:avLst/>
          </a:prstGeom>
          <a:solidFill>
            <a:srgbClr val="14203A"/>
          </a:solidFill>
          <a:ln w="25400">
            <a:solidFill>
              <a:srgbClr val="2E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75504" y="1874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886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 ready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ender-exciting-mccarthy/mnt/outputs/deck/assets/ot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0"/>
            <a:ext cx="46908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1097280" cy="6858000"/>
          </a:xfrm>
          <a:prstGeom prst="rect">
            <a:avLst/>
          </a:prstGeom>
          <a:solidFill>
            <a:srgbClr val="0B122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AE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 handler doing all this?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first-ever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Opentrons.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48920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decade-old open-source machine — given modern dexterity and AI verification.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ender-exciting-mccarthy/mnt/outputs/deck/assets/sig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494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94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MORE THING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7205472" y="1298448"/>
            <a:ext cx="1591056" cy="1591056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5" name="Image 1" descr="/sessions/tender-exciting-mccarthy/mnt/outputs/deck/assets/chi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62456"/>
            <a:ext cx="1463040" cy="146304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9480" y="31546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by its creator.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269480" y="425196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Chau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CTO of Opentrons,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CEO of OpenShelf — here at the hackathon.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ender-exciting-mccarthy/mnt/outputs/deck/assets/team_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943600" cy="4434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852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L→R:  Lukas  ·  Dale  ·  Di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7208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24H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720840" y="960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720840" y="178308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Lukas Bromig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995160" y="2267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handler &amp; orchestration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95160" y="25511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UniteLabs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20840" y="30632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 Herzog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9516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— dual xArm &amp; end-effectors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95160" y="3831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modeler · coffee nerd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434340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14203A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Hu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995160" y="4828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— perception &amp; AI verify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95160" y="5111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scientist → AI×automation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5897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verify-loop generalizes to any step or instrument.   ·   github.com/Lbromig/hackathon-zeon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2026-07-25T20:34:00Z</dcterms:created>
  <dcterms:modified xsi:type="dcterms:W3CDTF">2026-07-25T20:34:00Z</dcterms:modified>
</cp:coreProperties>
</file>